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97764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097280"/>
            <a:ext cx="3637154016000" cy="5303520"/>
          </a:xfrm>
          <a:prstGeom prst="rect">
            <a:avLst/>
          </a:prstGeom>
          <a:solidFill>
            <a:srgbClr val="06060A"/>
          </a:solidFill>
          <a:ln w="2540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39776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097280"/>
            <a:ext cx="3637154016000" cy="5303520"/>
          </a:xfrm>
          <a:prstGeom prst="rect">
            <a:avLst/>
          </a:prstGeom>
          <a:solidFill>
            <a:srgbClr val="06060A"/>
          </a:solidFill>
          <a:ln w="2540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28600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0D080"/>
                </a:solidFill>
                <a:latin typeface="Cinzel"/>
              </a:defRPr>
            </a:pPr>
            <a:r>
              <a:t>Parth Jagtap</a:t>
            </a:r>
          </a:p>
          <a:p>
            <a:pPr algn="ctr">
              <a:defRPr sz="4000">
                <a:solidFill>
                  <a:srgbClr val="C9A84C"/>
                </a:solidFill>
                <a:latin typeface="Dancing Script"/>
              </a:defRPr>
            </a:pPr>
            <a:r>
              <a:t>&amp;</a:t>
            </a:r>
          </a:p>
          <a:p>
            <a:pPr algn="ctr">
              <a:defRPr sz="5600" b="1">
                <a:solidFill>
                  <a:srgbClr val="F0D080"/>
                </a:solidFill>
                <a:latin typeface="Cinzel"/>
              </a:defRPr>
            </a:pPr>
            <a:r>
              <a:t>Sai Sawant</a:t>
            </a:r>
          </a:p>
          <a:p>
            <a:pPr algn="ctr">
              <a:defRPr sz="2800" i="1">
                <a:solidFill>
                  <a:srgbClr val="A89050"/>
                </a:solidFill>
                <a:latin typeface="Cormorant Garamond"/>
              </a:defRPr>
            </a:pPr>
            <a:r>
              <a:t>Sangeet Night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BLESSING &amp; INVOCATION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Ganesh Vandana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May all obstacles be removed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Led by family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MEET THE GROOM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Parth Jagtap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The man with the infectious laugh</a:t>
            </a:r>
          </a:p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Ready to start forever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MEET THE BRIDE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Sai Sawant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The woman with the brightest smile</a:t>
            </a:r>
          </a:p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Ready to say 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HOW THEY 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The Love 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A chance encounter at IIT</a:t>
            </a:r>
          </a:p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A smile that changed everything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LOVE CELEBRATION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Pyaar Ho Gaya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The moment they knew</a:t>
            </a:r>
          </a:p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Forever started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BOTH SIDES UNITED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The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Miloji: Marathi heritage &amp; warmth</a:t>
            </a:r>
          </a:p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Jagtap: Punjab pride &amp; joy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Ganesh Vandana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Devotional opening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Performed by Anvi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Boys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Teasing Parth with style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Cousins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Girls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Celebrating Sai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Friends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Didi &amp; Jiju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Comedy &amp; romance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Sister &amp; Brother-in-law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Parth &amp; Sai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The centerpiece moment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The Couple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Chiku &amp; Varsha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Family pride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Uncle &amp; Aunt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Mama, Mami &amp; Extended Family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Nostalgia &amp; chaos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Extended Family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Sonu &amp; Devika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Sibling love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Siblings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Young Cousins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Modern energy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Cousins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Niece &amp; Nephew 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Joyful &amp; adorable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Kids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657600" cy="5943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457200"/>
            <a:ext cx="3657600" cy="5943600"/>
          </a:xfrm>
          <a:prstGeom prst="rect">
            <a:avLst/>
          </a:prstGeom>
          <a:solidFill>
            <a:srgbClr val="06060A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73152" cy="2286000"/>
          </a:xfrm>
          <a:prstGeom prst="rect">
            <a:avLst/>
          </a:prstGeom>
          <a:solidFill>
            <a:srgbClr val="F0D080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inzel"/>
              </a:defRPr>
            </a:pPr>
            <a:r>
              <a:t>DANCE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E8D0"/>
                </a:solidFill>
                <a:latin typeface="Cinzel"/>
              </a:defRPr>
            </a:pPr>
            <a:r>
              <a:t>Flash Mob Grand Finale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A89050"/>
                </a:solidFill>
                <a:latin typeface="Cormorant Garamond"/>
              </a:defRPr>
            </a:pPr>
            <a:r>
              <a:t>The grand celebration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4389120" cy="822960"/>
          </a:xfrm>
          <a:prstGeom prst="roundRect">
            <a:avLst/>
          </a:prstGeom>
          <a:solidFill>
            <a:srgbClr val="8B6914"/>
          </a:solidFill>
          <a:ln w="190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D080"/>
                </a:solidFill>
                <a:latin typeface="Cinzel"/>
              </a:defRPr>
            </a:pPr>
            <a:r>
              <a:t>Everyone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6914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7424" y="91440"/>
            <a:ext cx="36576" cy="6675120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5486400"/>
          </a:xfrm>
          <a:prstGeom prst="rect">
            <a:avLst/>
          </a:prstGeom>
        </p:spPr>
      </p:pic>
      <p:pic>
        <p:nvPicPr>
          <p:cNvPr id="7" name="Picture 6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4114800" cy="5486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solidFill>
            <a:srgbClr val="06060A"/>
          </a:solidFill>
          <a:ln w="317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914400"/>
            <a:ext cx="4114800" cy="5486400"/>
          </a:xfrm>
          <a:prstGeom prst="rect">
            <a:avLst/>
          </a:prstGeom>
          <a:solidFill>
            <a:srgbClr val="06060A"/>
          </a:solidFill>
          <a:ln w="31750"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0D080"/>
                </a:solidFill>
                <a:latin typeface="Cinzel"/>
              </a:defRPr>
            </a:pPr>
            <a:r>
              <a:t>Parth &amp; Sai</a:t>
            </a:r>
          </a:p>
          <a:p>
            <a:pPr algn="ctr">
              <a:defRPr sz="2800" i="1">
                <a:solidFill>
                  <a:srgbClr val="A89050"/>
                </a:solidFill>
                <a:latin typeface="Cormorant Garamond"/>
              </a:defRPr>
            </a:pPr>
            <a:r>
              <a:t>Forever Starts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